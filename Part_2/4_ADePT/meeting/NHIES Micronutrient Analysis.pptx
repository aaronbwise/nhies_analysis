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4177-FE43-4CBA-B9D3-CD6EB4696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B85AD-92A0-477D-99D3-AFF0E74EB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0B8B4-DB78-4804-A432-AB69DA0E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91833-055C-4EC2-822A-B7635AA1D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475F1-125B-4B34-B8CC-9C46598B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0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2C32-3983-4230-A346-E0826E9EE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8D91D-0F2D-4AF0-81FC-C405FC0BE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4568E-864A-4F48-AAC7-45F7C62B6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5013C-A242-4AB6-8FCB-2E4EC6E3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7EFE8-0918-4762-9C95-79EFCF61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58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BC66-C87C-449A-9FCF-12E78CBD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B474C-72BF-4BE7-8146-32E6CE76C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9C3A5-6179-4912-92D3-C92E1390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0C57B-5B60-4B81-8275-842613CB5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AC24E-626A-46BB-AB59-B049358F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7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43895-71B9-4B46-B2A5-BF778AF57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FD9E9-7F13-4686-8129-984545279C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D9F49-EC28-461D-A95D-AA60B0836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B4FD2-E18A-4644-BDDE-201FD5D34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8AADB-4704-425B-879F-024C6DB7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7387D-7CF7-4CF6-AFA4-F903A4F42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5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96BB-00E2-4F36-8642-193126814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72EE4-2635-40A9-B737-61CE3F6A4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56069-E094-4CC0-8EDB-5E8DE5C95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AF4F1-8E27-41F1-BD42-E8A7658CC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D1243-292D-4390-ACF8-8E88FEC2B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27DA5-C8A8-442D-9B85-5215EFC7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BCDAEC-5F62-4D8F-B958-A68A39E1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24926C-75C4-4059-930D-591FCAF8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8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1FCA-8D0F-474C-A6F2-68DA61E3C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0C851-D235-4033-ACF9-66072309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76306-C494-490A-B5A3-A91968C08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DEDC4-88F4-46A1-8771-F77AAA79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5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0C2F73-D282-4D4F-BF6B-F68CD6A61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AABAE-448D-4BD6-A105-9AFAB128A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0C85A-C4A3-46A9-A85E-1E0F1672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90C4-CB77-4504-9163-90FC6C54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6250C-6713-4100-BFB9-2CBE27A47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180C7-9080-493E-83AD-D5D8B4A5D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24274-B5E9-447E-8A6D-48E86410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F4FAE-AD80-4A86-A770-C2210B7C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06A22-7239-4B60-A9F6-43FDB584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0C25-F02D-43BB-910F-3D142B5A6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7104DA-AF17-4B3A-B6C0-B5EA8C3CC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D4437-F1FB-4115-B677-29DFC2368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03DA7-3FE3-4E65-829B-3047E0F8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94F44-5588-4082-AD16-7D7CE64B7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48589-3472-4C2B-B51E-48E9F7EA0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3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7D88-4C88-4E6A-AD2C-9A169AA3E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4E5BF-2A0C-4460-AC04-7C6237DDA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B80C9-D07F-4E0A-B3E8-A93FB14D8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58946-DB6D-48FD-B3D6-361C38EC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5D666-5257-4641-9834-3421C9EE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2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B8744-AF1C-417F-8D40-F71053952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78837-5A45-4637-87CD-63EE8CD20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96881-7496-474F-BCED-A77CA9AAD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8B5CF-80B6-4E4A-B537-9E5812FCC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CDD91-5FF5-438F-AD89-E3411286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902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BAB7A-4419-4694-BBE2-56D4B9E8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73546-B6CD-40C6-804E-D28ACE0E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8CFFA-7BCA-4218-9AA2-E41A9BB7B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8927C-53D2-4697-A5B4-E0D8AA385020}" type="datetimeFigureOut">
              <a:rPr lang="en-US" smtClean="0"/>
              <a:t>06-Aug-20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DA778-190B-4954-8D2E-B2CC1490A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96F00-EC45-492E-9DFB-7F325386D0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46533-7A83-48CA-98A6-85E63305A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05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81C3C-54DA-4FF0-ADC6-3E598D361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NHIES Micronutrient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701A6-5EA9-4782-A947-ACFB47464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Objectives and Issues</a:t>
            </a:r>
          </a:p>
        </p:txBody>
      </p:sp>
    </p:spTree>
    <p:extLst>
      <p:ext uri="{BB962C8B-B14F-4D97-AF65-F5344CB8AC3E}">
        <p14:creationId xmlns:p14="http://schemas.microsoft.com/office/powerpoint/2010/main" val="133736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FE56-BF6F-4FB4-8F57-0D787E621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BE25C-0472-43BF-AAEB-D694C61AD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Objective: primarily for nutrient gap analysis?</a:t>
            </a:r>
          </a:p>
          <a:p>
            <a:r>
              <a:rPr lang="en-US" dirty="0"/>
              <a:t>FAO (NSA?) previous analysis:</a:t>
            </a:r>
          </a:p>
          <a:p>
            <a:pPr lvl="1"/>
            <a:r>
              <a:rPr lang="en-US" dirty="0"/>
              <a:t>Existing code base?</a:t>
            </a:r>
          </a:p>
          <a:p>
            <a:pPr lvl="1"/>
            <a:r>
              <a:rPr lang="en-US" dirty="0"/>
              <a:t>Public report/document?</a:t>
            </a:r>
          </a:p>
          <a:p>
            <a:pPr lvl="1"/>
            <a:r>
              <a:rPr lang="en-US" dirty="0"/>
              <a:t>Need for consistency/harmonization for UNICEF/IGN use</a:t>
            </a:r>
          </a:p>
          <a:p>
            <a:pPr lvl="1"/>
            <a:r>
              <a:rPr lang="en-US" dirty="0"/>
              <a:t>Population data: inter-</a:t>
            </a:r>
            <a:r>
              <a:rPr lang="en-US" dirty="0" err="1"/>
              <a:t>censal</a:t>
            </a:r>
            <a:r>
              <a:rPr lang="en-US" dirty="0"/>
              <a:t> or UN</a:t>
            </a:r>
          </a:p>
          <a:p>
            <a:r>
              <a:rPr lang="en-US" dirty="0"/>
              <a:t>Level of detail:</a:t>
            </a:r>
          </a:p>
          <a:p>
            <a:pPr lvl="1"/>
            <a:r>
              <a:rPr lang="en-US" dirty="0"/>
              <a:t>~220 food categories -&gt; many are very broad</a:t>
            </a:r>
          </a:p>
          <a:p>
            <a:pPr lvl="2"/>
            <a:r>
              <a:rPr lang="en-US" dirty="0"/>
              <a:t>Select top 100?</a:t>
            </a:r>
          </a:p>
          <a:p>
            <a:pPr lvl="2"/>
            <a:r>
              <a:rPr lang="en-US" dirty="0"/>
              <a:t>Data extraction (pdf) and matching</a:t>
            </a:r>
          </a:p>
          <a:p>
            <a:pPr lvl="1"/>
            <a:r>
              <a:rPr lang="en-US" dirty="0"/>
              <a:t>Examples from other countries that can be used? -&gt; </a:t>
            </a:r>
            <a:r>
              <a:rPr lang="en-US" b="1" dirty="0"/>
              <a:t>Cambodia, (Jonathan, </a:t>
            </a:r>
            <a:r>
              <a:rPr lang="en-US" b="1" dirty="0">
                <a:highlight>
                  <a:srgbClr val="FFFF00"/>
                </a:highlight>
              </a:rPr>
              <a:t>Omar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Which micronutrients? -&gt; ones that we consume a lot of (Karen/Jonathan); </a:t>
            </a:r>
            <a:r>
              <a:rPr lang="en-US" b="1" dirty="0"/>
              <a:t>iron, folic acid, vitamin a, iodine -&gt; what should they be getting, what is gap</a:t>
            </a:r>
          </a:p>
          <a:p>
            <a:pPr lvl="1"/>
            <a:r>
              <a:rPr lang="en-US" dirty="0"/>
              <a:t>Point re: iodine from SA FCT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87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6480F-C91F-4F0E-9DA4-E59AEF32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Non-MN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6A792-606E-4D2B-95C4-849CDA29D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 of NHIES vs. MAWF/NAB data -&gt; what does that look like concretely?</a:t>
            </a:r>
          </a:p>
          <a:p>
            <a:r>
              <a:rPr lang="en-US" dirty="0"/>
              <a:t>Availability of wheat, maize, etc.: g/c/d -&gt; still wanted? Need to reverse engineer </a:t>
            </a:r>
            <a:r>
              <a:rPr lang="en-US" dirty="0" err="1"/>
              <a:t>ADePT</a:t>
            </a:r>
            <a:r>
              <a:rPr lang="en-US" dirty="0"/>
              <a:t> methodology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518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172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NHIES Micronutrient Analysis</vt:lpstr>
      <vt:lpstr>Issues</vt:lpstr>
      <vt:lpstr>Non-MN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NHIES Micronutrient Analysis</dc:title>
  <dc:creator>Aaron WISE</dc:creator>
  <cp:lastModifiedBy>Aaron WISE</cp:lastModifiedBy>
  <cp:revision>5</cp:revision>
  <dcterms:created xsi:type="dcterms:W3CDTF">2020-08-06T06:43:15Z</dcterms:created>
  <dcterms:modified xsi:type="dcterms:W3CDTF">2020-08-06T07:52:57Z</dcterms:modified>
</cp:coreProperties>
</file>